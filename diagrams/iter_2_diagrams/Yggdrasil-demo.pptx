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2c36d403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2c36d403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2c36d403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2c36d403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2c36d403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2c36d403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2c36d403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2c36d403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2c36d403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2c36d403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2c36d40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2c36d40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03800"/>
            <a:ext cx="8520600" cy="104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Yggdrasil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798075"/>
            <a:ext cx="8520600" cy="30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9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92"/>
              <a:t>A Runtime Governance Architecture</a:t>
            </a:r>
            <a:endParaRPr sz="219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92"/>
              <a:t>for Generative Systems Operating Under Uncertainty</a:t>
            </a:r>
            <a:endParaRPr sz="219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Ben Thompson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Experimental Research Implementation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https://github.com/bzt-sys/Yggdrasil-Memory-Architecture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it_5_5_overview_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4602"/>
            <a:ext cx="9144000" cy="2974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optimism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950" y="70350"/>
            <a:ext cx="7401949" cy="499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title="comp_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463" y="152400"/>
            <a:ext cx="706908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 title="traversal_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8200" y="83250"/>
            <a:ext cx="550946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 title="multiv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41624" cy="4913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 title="lifecycle_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2565" y="0"/>
            <a:ext cx="675887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